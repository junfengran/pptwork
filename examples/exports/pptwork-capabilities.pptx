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headline. Emphasize portability — no custom MCP required, just Node scripts and SKILL.md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is the narrative split. Right chart shows relative scope — orchestration touches every page, authoring is per-slide.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Bento layout shows three modules. Main card is orchestrator; side cards are per-page author and layout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KPIs map to concrete repo facts. Templates now ship in-repo — no more blank-slate authoring.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Screenshot QC is the quality gate — pixels are the contract before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one CLI step. Offer to demo live if presenting to developers.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quote slide. Let it land, then move to the closing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three concrete next steps. Pause on the 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 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pptwork-capabilities</dc:title>
  <dc:subject>Generated by ppt skill</dc:subject>
  <dc:creator>PPT Skill</dc:creator>
  <cp:lastModifiedBy>PPT Skill</cp:lastModifiedBy>
  <cp:revision>1</cp:revision>
  <dcterms:created xsi:type="dcterms:W3CDTF">2026-07-22T09:39:41Z</dcterms:created>
  <dcterms:modified xsi:type="dcterms:W3CDTF">2026-07-22T09:39:41Z</dcterms:modified>
</cp:coreProperties>
</file>