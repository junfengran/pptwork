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171" y="1923682"/>
            <a:ext cx="10360609" cy="1999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D977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PPTWORK · AGENT SKILLS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171" y="2314110"/>
            <a:ext cx="5576832" cy="170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dirty="0">
                <a:solidFill>
                  <a:srgbClr val="14141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Portable agent skills turn any host into a deck pipeline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171" y="4286631"/>
            <a:ext cx="5895840" cy="647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73706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Two composable skills for Cursor, Claude Code, OpenCode, or Codex — HTML in, PowerPoint out.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"/>
            <a:ext cx="57136" cy="68562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48" y="457943"/>
            <a:ext cx="10970057" cy="3713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20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Deck orchestration and single-page authoring compose cleanly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448" y="1057868"/>
            <a:ext cx="5332667" cy="1999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TWO-SKILL SPLIT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46838" y="1057868"/>
            <a:ext cx="5332667" cy="5342189"/>
          </a:xfrm>
          <a:prstGeom prst="roundRect">
            <a:avLst>
              <a:gd name="adj" fmla="val 1429"/>
            </a:avLst>
          </a:prstGeom>
          <a:ln w="9523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46838" y="1057868"/>
            <a:ext cx="5332667" cy="5342189"/>
          </a:xfrm>
          <a:prstGeom prst="roundRect">
            <a:avLst>
              <a:gd name="adj" fmla="val 1429"/>
            </a:avLst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6446813" y="1257843"/>
            <a:ext cx="4932717" cy="219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A20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Responsibility coverage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78238" y="1381637"/>
            <a:ext cx="3122377" cy="247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A203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— clarify, plan, init deck, visual QC, export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9900" y="1391160"/>
            <a:ext cx="678338" cy="219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A20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ppt skill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9448" y="1467341"/>
            <a:ext cx="76181" cy="76181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10" name="Text 8"/>
          <p:cNvSpPr/>
          <p:nvPr/>
        </p:nvSpPr>
        <p:spPr>
          <a:xfrm>
            <a:off x="2481535" y="1781587"/>
            <a:ext cx="2579142" cy="247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A203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— design.md + slide.html per page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9900" y="1791110"/>
            <a:ext cx="1681635" cy="219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A20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ppt-html-authoring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9448" y="1867291"/>
            <a:ext cx="76181" cy="76181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799900" y="2181537"/>
            <a:ext cx="3766642" cy="247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A203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Node scripts replace MCP: deck, screenshot, export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448" y="2267241"/>
            <a:ext cx="76181" cy="76181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813" y="1591135"/>
            <a:ext cx="4932717" cy="46089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05" y="381762"/>
            <a:ext cx="11427143" cy="3809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4141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 skills and template buckets form one pipeline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80905" y="953119"/>
            <a:ext cx="7490879" cy="5523119"/>
          </a:xfrm>
          <a:prstGeom prst="roundRect">
            <a:avLst>
              <a:gd name="adj" fmla="val 2069"/>
            </a:avLst>
          </a:prstGeom>
          <a:ln w="9523">
            <a:solidFill>
              <a:srgbClr val="E8E6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0905" y="953119"/>
            <a:ext cx="7490879" cy="5523119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18970" y="1191185"/>
            <a:ext cx="7014748" cy="1618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D977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ORCHESTRATION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8970" y="1467341"/>
            <a:ext cx="7014748" cy="2571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141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ppt skill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18970" y="1838723"/>
            <a:ext cx="7014748" cy="791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73706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Clarifies intent, reads template index.json for story planning, initializes deck.json, delegates each page to authoring, runs screenshot visual QC, exports raster or editable PPTX via html2pptx-pro or pptxgenjs.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062236" y="953119"/>
            <a:ext cx="3745663" cy="2666333"/>
          </a:xfrm>
          <a:prstGeom prst="roundRect">
            <a:avLst>
              <a:gd name="adj" fmla="val 4286"/>
            </a:avLst>
          </a:prstGeom>
          <a:ln w="9523">
            <a:solidFill>
              <a:srgbClr val="E8E6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62236" y="953119"/>
            <a:ext cx="3745663" cy="2666333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300301" y="1191185"/>
            <a:ext cx="3269532" cy="1618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D977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AUTHORING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300301" y="1467341"/>
            <a:ext cx="3269532" cy="2571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141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ppt-html-authoring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00301" y="1838723"/>
            <a:ext cx="3269532" cy="5279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73706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Produces design.md + 1280×720 slide.html per outline entry.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62236" y="3809905"/>
            <a:ext cx="3745663" cy="2666333"/>
          </a:xfrm>
          <a:prstGeom prst="roundRect">
            <a:avLst>
              <a:gd name="adj" fmla="val 4286"/>
            </a:avLst>
          </a:prstGeom>
          <a:ln w="9523">
            <a:solidFill>
              <a:srgbClr val="E8E6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62236" y="3809905"/>
            <a:ext cx="3745663" cy="2666333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300301" y="4047970"/>
            <a:ext cx="3269532" cy="1618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D977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TEMPLATES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00301" y="4324126"/>
            <a:ext cx="3269532" cy="2571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141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ppt/assets/ buckets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00301" y="4695508"/>
            <a:ext cx="3269532" cy="5279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73706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corporate-light + claude-warm: 10 layouts with data-role slots.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809" y="2054469"/>
            <a:ext cx="10665333" cy="3713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20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toolchain covers the full render-export loop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61809" y="2806756"/>
            <a:ext cx="2380655" cy="7110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61809" y="3632100"/>
            <a:ext cx="2380655" cy="53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Composable agent skills (deck + authoring)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523369" y="2806756"/>
            <a:ext cx="2380655" cy="7110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3523369" y="3632100"/>
            <a:ext cx="2380655" cy="53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Built-in layout templates across 2 themes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84928" y="2806756"/>
            <a:ext cx="2380655" cy="7110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6284928" y="3632100"/>
            <a:ext cx="2380655" cy="53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Node scripts: deck, screenshot, export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046488" y="2806756"/>
            <a:ext cx="2380655" cy="7110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1280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9046488" y="3632100"/>
            <a:ext cx="2380655" cy="53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×720 px canvas — PowerPoint 16:9 wide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61809" y="4622452"/>
            <a:ext cx="10665333" cy="1809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Source: PPTWork repository · ppt/ + ppt-html-authoring/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48" y="457943"/>
            <a:ext cx="10970057" cy="4189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14141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Four phases from intent to shipped deck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9448" y="1581612"/>
            <a:ext cx="2628243" cy="2571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141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Clarify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6583" y="1914904"/>
            <a:ext cx="2513971" cy="4416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73706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Audience, length, style, export mode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980705" y="1305456"/>
            <a:ext cx="1371257" cy="19045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6" name="Text 4"/>
          <p:cNvSpPr/>
          <p:nvPr/>
        </p:nvSpPr>
        <p:spPr>
          <a:xfrm>
            <a:off x="3351962" y="1581612"/>
            <a:ext cx="2628243" cy="2571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141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09098" y="1914904"/>
            <a:ext cx="2513971" cy="2208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73706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outline.md + template assetId picks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51962" y="1305456"/>
            <a:ext cx="2742514" cy="19045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9" name="Text 7"/>
          <p:cNvSpPr/>
          <p:nvPr/>
        </p:nvSpPr>
        <p:spPr>
          <a:xfrm>
            <a:off x="6094476" y="1581612"/>
            <a:ext cx="2628243" cy="2571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141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Author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51612" y="1914904"/>
            <a:ext cx="2513971" cy="2208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73706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design.md + slide.html per page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4476" y="1305456"/>
            <a:ext cx="2742514" cy="19045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12" name="Text 10"/>
          <p:cNvSpPr/>
          <p:nvPr/>
        </p:nvSpPr>
        <p:spPr>
          <a:xfrm>
            <a:off x="8836990" y="1581612"/>
            <a:ext cx="2628243" cy="2571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141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Ship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94126" y="1914904"/>
            <a:ext cx="2513971" cy="2208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73706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screenshot QC → export .pptx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36990" y="1305456"/>
            <a:ext cx="1371257" cy="19045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15" name="Shape 13"/>
          <p:cNvSpPr/>
          <p:nvPr/>
        </p:nvSpPr>
        <p:spPr>
          <a:xfrm>
            <a:off x="1837865" y="1219752"/>
            <a:ext cx="171407" cy="171407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16" name="Shape 14"/>
          <p:cNvSpPr/>
          <p:nvPr/>
        </p:nvSpPr>
        <p:spPr>
          <a:xfrm>
            <a:off x="4580380" y="1219752"/>
            <a:ext cx="171407" cy="171407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17" name="Shape 15"/>
          <p:cNvSpPr/>
          <p:nvPr/>
        </p:nvSpPr>
        <p:spPr>
          <a:xfrm>
            <a:off x="7322894" y="1219752"/>
            <a:ext cx="171407" cy="171407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18" name="Shape 16"/>
          <p:cNvSpPr/>
          <p:nvPr/>
        </p:nvSpPr>
        <p:spPr>
          <a:xfrm>
            <a:off x="10065408" y="1219752"/>
            <a:ext cx="171407" cy="171407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48" y="534124"/>
            <a:ext cx="10970057" cy="4285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1A20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 start in four commands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09448" y="1267366"/>
            <a:ext cx="5389802" cy="2471120"/>
          </a:xfrm>
          <a:prstGeom prst="roundRect">
            <a:avLst>
              <a:gd name="adj" fmla="val 3083"/>
            </a:avLst>
          </a:prstGeom>
          <a:ln w="9523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448" y="1267366"/>
            <a:ext cx="5389802" cy="2471120"/>
          </a:xfrm>
          <a:prstGeom prst="roundRect">
            <a:avLst>
              <a:gd name="adj" fmla="val 3083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885604" y="1543521"/>
            <a:ext cx="4837490" cy="4856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85604" y="2105356"/>
            <a:ext cx="4837490" cy="276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A20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 deck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85604" y="2457693"/>
            <a:ext cx="4837490" cy="2474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deck.mjs init mydeck --mode raster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89702" y="1267366"/>
            <a:ext cx="5389802" cy="2471120"/>
          </a:xfrm>
          <a:prstGeom prst="roundRect">
            <a:avLst>
              <a:gd name="adj" fmla="val 3083"/>
            </a:avLst>
          </a:prstGeom>
          <a:ln w="9523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89702" y="1267366"/>
            <a:ext cx="5389802" cy="2471120"/>
          </a:xfrm>
          <a:prstGeom prst="roundRect">
            <a:avLst>
              <a:gd name="adj" fmla="val 3083"/>
            </a:avLst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6465858" y="1543521"/>
            <a:ext cx="4837490" cy="4856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465858" y="2105356"/>
            <a:ext cx="4837490" cy="276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A20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slide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65858" y="2457693"/>
            <a:ext cx="4837490" cy="2474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deck.mjs init-slide mydeck cover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9448" y="3928937"/>
            <a:ext cx="5389802" cy="2471120"/>
          </a:xfrm>
          <a:prstGeom prst="roundRect">
            <a:avLst>
              <a:gd name="adj" fmla="val 3083"/>
            </a:avLst>
          </a:prstGeom>
          <a:ln w="9523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9448" y="3928937"/>
            <a:ext cx="5389802" cy="2471120"/>
          </a:xfrm>
          <a:prstGeom prst="roundRect">
            <a:avLst>
              <a:gd name="adj" fmla="val 3083"/>
            </a:avLst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885604" y="4205093"/>
            <a:ext cx="4837490" cy="4856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85604" y="4766928"/>
            <a:ext cx="4837490" cy="276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A20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Screenshot QC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85604" y="5119265"/>
            <a:ext cx="4837490" cy="2474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screenshot.mjs mydeck cover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89702" y="3928937"/>
            <a:ext cx="5389802" cy="2471120"/>
          </a:xfrm>
          <a:prstGeom prst="roundRect">
            <a:avLst>
              <a:gd name="adj" fmla="val 3083"/>
            </a:avLst>
          </a:prstGeom>
          <a:ln w="9523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89702" y="3928937"/>
            <a:ext cx="5389802" cy="2471120"/>
          </a:xfrm>
          <a:prstGeom prst="roundRect">
            <a:avLst>
              <a:gd name="adj" fmla="val 3083"/>
            </a:avLst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6465858" y="4205093"/>
            <a:ext cx="4837490" cy="4856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465858" y="4766928"/>
            <a:ext cx="4837490" cy="276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A20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 PPTX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65858" y="5119265"/>
            <a:ext cx="4837490" cy="2474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export.mjs mydeck --mode raster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92768" y="2595771"/>
            <a:ext cx="6003267" cy="1142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3600" i="1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Edit the HTML, verify the pixels, then ship the deck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805649" y="4043209"/>
            <a:ext cx="2577505" cy="219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7370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 PPTWork design philosophy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809" y="1478946"/>
            <a:ext cx="4931526" cy="157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1A20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Clone the repo and run your first deck today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61809" y="4836116"/>
            <a:ext cx="1960618" cy="542789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1066533" y="4969432"/>
            <a:ext cx="1351170" cy="276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started →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262" y="3322019"/>
            <a:ext cx="4814577" cy="295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Browse examples/ for two sample decks with thumbnails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1809" y="3322019"/>
            <a:ext cx="203248" cy="3047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D4ED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52262" y="3712447"/>
            <a:ext cx="4225513" cy="295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Install ppt/ deps and copy skills to your agent host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1809" y="3712447"/>
            <a:ext cx="203248" cy="3047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D4ED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52262" y="4102874"/>
            <a:ext cx="4238607" cy="295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Run node ppt/test/smoke.mjs to verify end-to-end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1809" y="4102874"/>
            <a:ext cx="203248" cy="3047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D4ED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2026-07-22T09:47:28Z</dcterms:created>
  <dcterms:modified xsi:type="dcterms:W3CDTF">2026-07-22T09:47:28Z</dcterms:modified>
</cp:coreProperties>
</file>