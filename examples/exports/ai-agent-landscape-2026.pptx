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TAM headline. This is a platform shift, not a feature add-on.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 70% is illustrative for this sample deck — replace with verified research for production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market KPIs. Numbers are illustrative — run research phase for production decks.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Landscape slide: incumbents own infra, startups wedge on orchestration and verticals. Chart data is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tech trends in bento layout. Main card is orchestration — the thesis of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waves left to right. Bridge to closing investment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Investment close. Three asks, then pause on CTA.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 Skill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ai-agent-landscape-2026</dc:title>
  <dc:subject>Generated by ppt skill</dc:subject>
  <dc:creator>PPT Skill</dc:creator>
  <cp:lastModifiedBy>PPT Skill</cp:lastModifiedBy>
  <cp:revision>1</cp:revision>
  <dcterms:created xsi:type="dcterms:W3CDTF">2026-07-22T09:41:10Z</dcterms:created>
  <dcterms:modified xsi:type="dcterms:W3CDTF">2026-07-22T09:41:10Z</dcterms:modified>
</cp:coreProperties>
</file>